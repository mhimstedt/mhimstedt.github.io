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44"/>
  </p:normalViewPr>
  <p:slideViewPr>
    <p:cSldViewPr snapToGrid="0">
      <p:cViewPr>
        <p:scale>
          <a:sx n="97" d="100"/>
          <a:sy n="97" d="100"/>
        </p:scale>
        <p:origin x="141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29.09.25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7381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29.09.25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22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29.09.25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782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29.09.25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455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29.09.25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309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29.09.25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255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29.09.25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109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29.09.25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674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29.09.25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184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29.09.25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5552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21102-B883-314C-8B77-AC02D11E8E59}" type="datetimeFigureOut">
              <a:rPr lang="de-DE" smtClean="0"/>
              <a:t>29.09.25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184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21102-B883-314C-8B77-AC02D11E8E59}" type="datetimeFigureOut">
              <a:rPr lang="de-DE" smtClean="0"/>
              <a:t>29.09.25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4195F-2601-E84F-BFC0-3A9830E99E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6631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1E9F7CF-8557-BC8A-B6B7-C346E575C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208" y="430696"/>
            <a:ext cx="4284869" cy="6427304"/>
          </a:xfrm>
          <a:prstGeom prst="rect">
            <a:avLst/>
          </a:prstGeom>
        </p:spPr>
      </p:pic>
      <p:sp>
        <p:nvSpPr>
          <p:cNvPr id="6" name="Ovale Legende 5">
            <a:extLst>
              <a:ext uri="{FF2B5EF4-FFF2-40B4-BE49-F238E27FC236}">
                <a16:creationId xmlns:a16="http://schemas.microsoft.com/office/drawing/2014/main" id="{C608CDE7-64E5-6BDB-BFD8-8024C2C4CDAE}"/>
              </a:ext>
            </a:extLst>
          </p:cNvPr>
          <p:cNvSpPr/>
          <p:nvPr/>
        </p:nvSpPr>
        <p:spPr>
          <a:xfrm>
            <a:off x="397565" y="125896"/>
            <a:ext cx="3458817" cy="1563757"/>
          </a:xfrm>
          <a:prstGeom prst="wedgeEllipseCallout">
            <a:avLst>
              <a:gd name="adj1" fmla="val 75559"/>
              <a:gd name="adj2" fmla="val 8538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ysClr val="windowText" lastClr="000000"/>
                </a:solidFill>
              </a:rPr>
              <a:t>Geht das nicht alles schon mit </a:t>
            </a:r>
            <a:br>
              <a:rPr lang="de-DE" sz="2800" dirty="0">
                <a:solidFill>
                  <a:sysClr val="windowText" lastClr="000000"/>
                </a:solidFill>
              </a:rPr>
            </a:br>
            <a:r>
              <a:rPr lang="de-DE" sz="2800" b="1" dirty="0">
                <a:solidFill>
                  <a:sysClr val="windowText" lastClr="000000"/>
                </a:solidFill>
              </a:rPr>
              <a:t>KI?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F9A2F61-1420-77B4-81C0-BF775BB419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7565" y="4063447"/>
            <a:ext cx="3302000" cy="1104900"/>
          </a:xfrm>
          <a:prstGeom prst="rect">
            <a:avLst/>
          </a:prstGeom>
        </p:spPr>
      </p:pic>
      <p:pic>
        <p:nvPicPr>
          <p:cNvPr id="13" name="Grafik 12" descr="Nach rechts zeigender Finger, Handrücken mit einfarbiger Füllung">
            <a:extLst>
              <a:ext uri="{FF2B5EF4-FFF2-40B4-BE49-F238E27FC236}">
                <a16:creationId xmlns:a16="http://schemas.microsoft.com/office/drawing/2014/main" id="{69FD4FE1-576B-29D3-F52C-B392D61C7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4164" y="4840355"/>
            <a:ext cx="1104899" cy="110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6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9</Words>
  <Application>Microsoft Macintosh PowerPoint</Application>
  <PresentationFormat>Bildschirmpräsentation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Marian</dc:creator>
  <cp:lastModifiedBy>Marian</cp:lastModifiedBy>
  <cp:revision>1</cp:revision>
  <dcterms:created xsi:type="dcterms:W3CDTF">2025-09-29T12:21:43Z</dcterms:created>
  <dcterms:modified xsi:type="dcterms:W3CDTF">2025-09-29T12:27:48Z</dcterms:modified>
</cp:coreProperties>
</file>