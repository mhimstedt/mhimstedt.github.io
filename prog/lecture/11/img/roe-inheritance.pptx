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1831"/>
    <a:srgbClr val="FFF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807"/>
  </p:normalViewPr>
  <p:slideViewPr>
    <p:cSldViewPr snapToGrid="0">
      <p:cViewPr varScale="1">
        <p:scale>
          <a:sx n="124" d="100"/>
          <a:sy n="124" d="100"/>
        </p:scale>
        <p:origin x="1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7381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2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782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55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09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255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10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74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84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555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84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21102-B883-314C-8B77-AC02D11E8E59}" type="datetimeFigureOut">
              <a:rPr lang="de-DE" smtClean="0"/>
              <a:t>01.12.25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63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1E9F7CF-8557-BC8A-B6B7-C346E575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208" y="430696"/>
            <a:ext cx="4284869" cy="6427304"/>
          </a:xfrm>
          <a:prstGeom prst="rect">
            <a:avLst/>
          </a:prstGeom>
        </p:spPr>
      </p:pic>
      <p:sp>
        <p:nvSpPr>
          <p:cNvPr id="6" name="Ovale Legende 5">
            <a:extLst>
              <a:ext uri="{FF2B5EF4-FFF2-40B4-BE49-F238E27FC236}">
                <a16:creationId xmlns:a16="http://schemas.microsoft.com/office/drawing/2014/main" id="{C608CDE7-64E5-6BDB-BFD8-8024C2C4CDAE}"/>
              </a:ext>
            </a:extLst>
          </p:cNvPr>
          <p:cNvSpPr/>
          <p:nvPr/>
        </p:nvSpPr>
        <p:spPr>
          <a:xfrm>
            <a:off x="151419" y="246216"/>
            <a:ext cx="3794291" cy="2000855"/>
          </a:xfrm>
          <a:prstGeom prst="wedgeEllipseCallout">
            <a:avLst>
              <a:gd name="adj1" fmla="val 80162"/>
              <a:gd name="adj2" fmla="val 13313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ysClr val="windowText" lastClr="000000"/>
                </a:solidFill>
              </a:rPr>
              <a:t>Wofür brauchen wir </a:t>
            </a:r>
            <a:r>
              <a:rPr lang="de-DE" sz="2400" b="1" dirty="0">
                <a:solidFill>
                  <a:sysClr val="windowText" lastClr="000000"/>
                </a:solidFill>
              </a:rPr>
              <a:t>Vererbung</a:t>
            </a:r>
            <a:r>
              <a:rPr lang="de-DE" sz="2400" dirty="0">
                <a:solidFill>
                  <a:sysClr val="windowText" lastClr="000000"/>
                </a:solidFill>
              </a:rPr>
              <a:t> in der Programmierung?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AA0DF33-C6D5-0A79-C263-56EEFF0ED364}"/>
              </a:ext>
            </a:extLst>
          </p:cNvPr>
          <p:cNvSpPr/>
          <p:nvPr/>
        </p:nvSpPr>
        <p:spPr>
          <a:xfrm>
            <a:off x="359597" y="4715837"/>
            <a:ext cx="1027414" cy="678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1D5537-9627-56F0-49EE-15E5ACA1325B}"/>
              </a:ext>
            </a:extLst>
          </p:cNvPr>
          <p:cNvSpPr/>
          <p:nvPr/>
        </p:nvSpPr>
        <p:spPr>
          <a:xfrm>
            <a:off x="1687329" y="4715837"/>
            <a:ext cx="678095" cy="678095"/>
          </a:xfrm>
          <a:prstGeom prst="ellipse">
            <a:avLst/>
          </a:prstGeom>
          <a:solidFill>
            <a:srgbClr val="C418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Dreieck 3">
            <a:extLst>
              <a:ext uri="{FF2B5EF4-FFF2-40B4-BE49-F238E27FC236}">
                <a16:creationId xmlns:a16="http://schemas.microsoft.com/office/drawing/2014/main" id="{C7A38F76-A32D-88B1-5814-E0B949CD0E46}"/>
              </a:ext>
            </a:extLst>
          </p:cNvPr>
          <p:cNvSpPr/>
          <p:nvPr/>
        </p:nvSpPr>
        <p:spPr>
          <a:xfrm>
            <a:off x="2613967" y="4982966"/>
            <a:ext cx="944241" cy="410966"/>
          </a:xfrm>
          <a:prstGeom prst="triangle">
            <a:avLst>
              <a:gd name="adj" fmla="val 50809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C35DF7-1971-49E2-35C9-96B7DBC89657}"/>
              </a:ext>
            </a:extLst>
          </p:cNvPr>
          <p:cNvSpPr/>
          <p:nvPr/>
        </p:nvSpPr>
        <p:spPr>
          <a:xfrm>
            <a:off x="1648964" y="5751815"/>
            <a:ext cx="754823" cy="330487"/>
          </a:xfrm>
          <a:prstGeom prst="ellipse">
            <a:avLst/>
          </a:prstGeom>
          <a:solidFill>
            <a:srgbClr val="C418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reieck 7">
            <a:extLst>
              <a:ext uri="{FF2B5EF4-FFF2-40B4-BE49-F238E27FC236}">
                <a16:creationId xmlns:a16="http://schemas.microsoft.com/office/drawing/2014/main" id="{28CB4861-724E-D7C4-83F0-62111774282F}"/>
              </a:ext>
            </a:extLst>
          </p:cNvPr>
          <p:cNvSpPr/>
          <p:nvPr/>
        </p:nvSpPr>
        <p:spPr>
          <a:xfrm>
            <a:off x="2747040" y="5578010"/>
            <a:ext cx="678095" cy="678095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69689E-A990-79CF-1FF8-64C1E1437C86}"/>
              </a:ext>
            </a:extLst>
          </p:cNvPr>
          <p:cNvSpPr/>
          <p:nvPr/>
        </p:nvSpPr>
        <p:spPr>
          <a:xfrm>
            <a:off x="565285" y="5578010"/>
            <a:ext cx="678095" cy="678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06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</Words>
  <Application>Microsoft Macintosh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Marian</dc:creator>
  <cp:lastModifiedBy>Microsoft Office User</cp:lastModifiedBy>
  <cp:revision>2</cp:revision>
  <dcterms:created xsi:type="dcterms:W3CDTF">2025-09-29T12:21:43Z</dcterms:created>
  <dcterms:modified xsi:type="dcterms:W3CDTF">2025-12-01T12:45:12Z</dcterms:modified>
</cp:coreProperties>
</file>