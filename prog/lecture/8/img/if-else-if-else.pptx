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28"/>
  </p:normalViewPr>
  <p:slideViewPr>
    <p:cSldViewPr snapToGrid="0">
      <p:cViewPr varScale="1">
        <p:scale>
          <a:sx n="60" d="100"/>
          <a:sy n="60" d="100"/>
        </p:scale>
        <p:origin x="19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10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221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34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84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0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55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04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194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91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795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899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B4725-4632-B240-99B7-7A671244E928}" type="datetimeFigureOut">
              <a:t>13.10.25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4825E-5448-3341-ACEA-A39ABBA1D1F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86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1761FEC-CCFC-1CDA-FEB5-2890DE7862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69" b="4984"/>
          <a:stretch/>
        </p:blipFill>
        <p:spPr>
          <a:xfrm>
            <a:off x="117723" y="240805"/>
            <a:ext cx="9219805" cy="5869174"/>
          </a:xfrm>
          <a:prstGeom prst="rect">
            <a:avLst/>
          </a:prstGeom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ECADB6D-01C9-FAB3-D2BC-C7591EA757B0}"/>
              </a:ext>
            </a:extLst>
          </p:cNvPr>
          <p:cNvGrpSpPr/>
          <p:nvPr/>
        </p:nvGrpSpPr>
        <p:grpSpPr>
          <a:xfrm>
            <a:off x="10100461" y="240805"/>
            <a:ext cx="3117767" cy="2077119"/>
            <a:chOff x="8270934" y="308023"/>
            <a:chExt cx="4152198" cy="2766278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80C38482-4AD2-278A-5943-169CCC866801}"/>
                </a:ext>
              </a:extLst>
            </p:cNvPr>
            <p:cNvGrpSpPr/>
            <p:nvPr/>
          </p:nvGrpSpPr>
          <p:grpSpPr>
            <a:xfrm>
              <a:off x="8270934" y="836808"/>
              <a:ext cx="2903171" cy="2237493"/>
              <a:chOff x="9466832" y="2514600"/>
              <a:chExt cx="1850493" cy="1426187"/>
            </a:xfrm>
          </p:grpSpPr>
          <p:pic>
            <p:nvPicPr>
              <p:cNvPr id="11" name="Grafik 10" descr="Linienpfeil: Gerade">
                <a:extLst>
                  <a:ext uri="{FF2B5EF4-FFF2-40B4-BE49-F238E27FC236}">
                    <a16:creationId xmlns:a16="http://schemas.microsoft.com/office/drawing/2014/main" id="{9F672011-9D04-DF9D-E962-423FBA964D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9924032" y="25146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B5CC43F-41E9-DA2E-2F1D-2BC195A96902}"/>
                  </a:ext>
                </a:extLst>
              </p:cNvPr>
              <p:cNvSpPr/>
              <p:nvPr/>
            </p:nvSpPr>
            <p:spPr>
              <a:xfrm>
                <a:off x="10173711" y="3482358"/>
                <a:ext cx="458429" cy="45842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/>
              </a:p>
            </p:txBody>
          </p:sp>
          <p:pic>
            <p:nvPicPr>
              <p:cNvPr id="14" name="Grafik 13" descr="Linienpfeil: Wendung um 180 Grad, senkrecht">
                <a:extLst>
                  <a:ext uri="{FF2B5EF4-FFF2-40B4-BE49-F238E27FC236}">
                    <a16:creationId xmlns:a16="http://schemas.microsoft.com/office/drawing/2014/main" id="{AEEFD7B1-A21E-3156-92E2-62107BA092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466832" y="256795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fik 14" descr="Linienpfeil: Wendung um 180 Grad, senkrecht">
                <a:extLst>
                  <a:ext uri="{FF2B5EF4-FFF2-40B4-BE49-F238E27FC236}">
                    <a16:creationId xmlns:a16="http://schemas.microsoft.com/office/drawing/2014/main" id="{967DA84C-A5ED-0AA8-893E-630CBD9A02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10402925" y="254127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1430FE55-BACA-405D-8DC6-ED20E636ED35}"/>
                </a:ext>
              </a:extLst>
            </p:cNvPr>
            <p:cNvSpPr txBox="1"/>
            <p:nvPr/>
          </p:nvSpPr>
          <p:spPr>
            <a:xfrm>
              <a:off x="8295057" y="836809"/>
              <a:ext cx="512793" cy="6148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>
                  <a:latin typeface="Apple Chancery" panose="03020702040506060504" pitchFamily="66" charset="-79"/>
                  <a:cs typeface="Apple Chancery" panose="03020702040506060504" pitchFamily="66" charset="-79"/>
                </a:rPr>
                <a:t>if</a:t>
              </a:r>
              <a:endParaRPr lang="de-DE" sz="1400">
                <a:latin typeface="Apple Chancery" panose="03020702040506060504" pitchFamily="66" charset="-79"/>
                <a:cs typeface="Apple Chancery" panose="03020702040506060504" pitchFamily="66" charset="-79"/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345D66D-6019-08F8-22C8-8830642FBA50}"/>
                </a:ext>
              </a:extLst>
            </p:cNvPr>
            <p:cNvSpPr txBox="1"/>
            <p:nvPr/>
          </p:nvSpPr>
          <p:spPr>
            <a:xfrm>
              <a:off x="9085083" y="308023"/>
              <a:ext cx="1757947" cy="614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>
                  <a:latin typeface="Apple Chancery" panose="03020702040506060504" pitchFamily="66" charset="-79"/>
                  <a:cs typeface="Apple Chancery" panose="03020702040506060504" pitchFamily="66" charset="-79"/>
                </a:rPr>
                <a:t>else if</a:t>
              </a:r>
              <a:endParaRPr lang="de-DE" sz="1400">
                <a:latin typeface="Apple Chancery" panose="03020702040506060504" pitchFamily="66" charset="-79"/>
                <a:cs typeface="Apple Chancery" panose="03020702040506060504" pitchFamily="66" charset="-79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981C9DD-85A6-824F-0FF3-D0D5DF6CC336}"/>
                </a:ext>
              </a:extLst>
            </p:cNvPr>
            <p:cNvSpPr txBox="1"/>
            <p:nvPr/>
          </p:nvSpPr>
          <p:spPr>
            <a:xfrm>
              <a:off x="10665185" y="836807"/>
              <a:ext cx="1757947" cy="614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>
                  <a:latin typeface="Apple Chancery" panose="03020702040506060504" pitchFamily="66" charset="-79"/>
                  <a:cs typeface="Apple Chancery" panose="03020702040506060504" pitchFamily="66" charset="-79"/>
                </a:rPr>
                <a:t>else</a:t>
              </a:r>
              <a:endParaRPr lang="de-DE" sz="1400">
                <a:latin typeface="Apple Chancery" panose="03020702040506060504" pitchFamily="66" charset="-79"/>
                <a:cs typeface="Apple Chancery" panose="03020702040506060504" pitchFamily="66" charset="-79"/>
              </a:endParaRP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42940240-B8B8-28E9-5DA3-F4E13A4A1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2960" y="2714693"/>
            <a:ext cx="4518407" cy="344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0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</Words>
  <Application>Microsoft Macintosh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Apple Chancery</vt:lpstr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Microsoft Office User</cp:lastModifiedBy>
  <cp:revision>1</cp:revision>
  <dcterms:created xsi:type="dcterms:W3CDTF">2025-10-13T20:20:37Z</dcterms:created>
  <dcterms:modified xsi:type="dcterms:W3CDTF">2025-10-13T20:37:12Z</dcterms:modified>
</cp:coreProperties>
</file>